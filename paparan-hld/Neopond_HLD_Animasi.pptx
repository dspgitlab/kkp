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±20 detik</a:t>
            </a:r>
          </a:p>
          <a:p>
            <a:r>
              <a:t>PESAN UTAMA: Neopond adalah ekosistem yang meningkatkan survival rate ikan dan memberi dampak ekonomi lewat FCR yang optimal.</a:t>
            </a:r>
          </a:p>
          <a:p/>
          <a:p>
            <a:r>
              <a:t>UCAPKAN:</a:t>
            </a:r>
          </a:p>
          <a:p>
            <a:r>
              <a:t>"Selamat pagi, Bapak dan Ibu. Saya akan memaparkan Neopond — solusi kami untuk kebutuhan SmartPond.</a:t>
            </a:r>
          </a:p>
          <a:p/>
          <a:p>
            <a:r>
              <a:t>Tujuannya dua: meningkatkan survival rate (SR) — tingkat hidup ikan, dan memberi dampak ekonomi lewat FCR — efisiensi pakan — yang optimal. Caranya sederhana: air kolam diukur setiap menit, kincir air menyala sendiri saat oksigen turun, pakan dan pertumbuhan tercatat, dan setiap masalah ditangani sampai tuntas.</a:t>
            </a:r>
          </a:p>
          <a:p/>
          <a:p>
            <a:r>
              <a:t>Saya sampaikan singkat: kebutuhannya, cara kerja Neopond, dan keputusan yang kami perlukan hari ini."</a:t>
            </a:r>
          </a:p>
          <a:p/>
          <a:p>
            <a:r>
              <a:t>PINDAH: "Kita mulai dari kebutuhan SmartPond."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±30 detik</a:t>
            </a:r>
          </a:p>
          <a:p>
            <a:r>
              <a:t>PESAN UTAMA: Kebutuhan SmartPond dijawab langsung oleh Neopond — hasil akhirnya survival rate naik dan FCR optimal.</a:t>
            </a:r>
          </a:p>
          <a:p/>
          <a:p>
            <a:r>
              <a:t>UCAPKAN:</a:t>
            </a:r>
          </a:p>
          <a:p>
            <a:r>
              <a:t>"Kebutuhan SmartPond ada tiga: kualitas air terpantau terus, satu platform untuk semua lokasi, dan kinerja yang bisa diukur dan dibandingkan.</a:t>
            </a:r>
          </a:p>
          <a:p/>
          <a:p>
            <a:r>
              <a:t>Neopond menjawab ketiganya: sepuluh parameter diukur setiap menit, semua lokasi masuk ke satu platform yang terhubung ke STELINA, SICEKATAN, dan Satu Data, dan survival rate serta FCR terukur di setiap lokasi.</a:t>
            </a:r>
          </a:p>
          <a:p/>
          <a:p>
            <a:r>
              <a:t>Hasil akhirnya dua: survival rate naik karena kincir bertindak sebelum oksigen kritis, dan FCR optimal karena pakan disesuaikan dengan kondisi ikan dan air."</a:t>
            </a:r>
          </a:p>
          <a:p/>
          <a:p>
            <a:r>
              <a:t>TUNJUK: tiga baris "Kebutuhan → Solusi" di kanan, lalu dua kartu hasil di kiri.</a:t>
            </a:r>
          </a:p>
          <a:p/>
          <a:p>
            <a:r>
              <a:t>PINDAH: "Bagaimana caranya? Ini siklus kerjanya."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±35 detik</a:t>
            </a:r>
          </a:p>
          <a:p>
            <a:r>
              <a:t>PESAN UTAMA: Neopond bekerja end-to-end — satu siklus penuh, dari sensor kembali ke sensor.</a:t>
            </a:r>
          </a:p>
          <a:p/>
          <a:p>
            <a:r>
              <a:t>UCAPKAN:</a:t>
            </a:r>
          </a:p>
          <a:p>
            <a:r>
              <a:t>"Neopond bekerja end-to-end, sebagai satu siklus penuh — dari sensor, kembali lagi ke sensor. Ikuti angka satu sampai enam.</a:t>
            </a:r>
          </a:p>
          <a:p/>
          <a:p>
            <a:r>
              <a:t>Satu, sensor mengukur air setiap menit, dilengkapi laporan operator lewat WhatsApp.</a:t>
            </a:r>
          </a:p>
          <a:p>
            <a:r>
              <a:t>Dua, sistem memastikan datanya benar — misalnya dua sensor oksigen dibandingkan.</a:t>
            </a:r>
          </a:p>
          <a:p>
            <a:r>
              <a:t>Tiga, sistem memutuskan: apakah sudah melewati batas aman.</a:t>
            </a:r>
          </a:p>
          <a:p>
            <a:r>
              <a:t>Empat, bertindak: kincir menyala otomatis, dan petugas mendapat tugas.</a:t>
            </a:r>
          </a:p>
          <a:p>
            <a:r>
              <a:t>Lima, dicek: apakah kincir benar-benar berputar dan oksigen naik lagi.</a:t>
            </a:r>
          </a:p>
          <a:p>
            <a:r>
              <a:t>Enam, semuanya dicatat sebagai bukti — lalu sensor kembali mengukur hasilnya. Siklusnya tertutup.</a:t>
            </a:r>
          </a:p>
          <a:p/>
          <a:p>
            <a:r>
              <a:t>Yang paling penting ada di kotak kanan atas: langkah penyelamatan ini terjadi langsung di lokasi dalam hitungan detik, jadi tetap jalan walaupun internet putus."</a:t>
            </a:r>
          </a:p>
          <a:p/>
          <a:p>
            <a:r>
              <a:t>TUNJUK: ikuti angka 1–6 di lingkaran, lalu kotak oranye "Putaran keselamatan".</a:t>
            </a:r>
          </a:p>
          <a:p>
            <a:r>
              <a:t>CATATAN: animasi slide ini ±18 detik — bicara sambil animasinya berjalan.</a:t>
            </a:r>
          </a:p>
          <a:p/>
          <a:p>
            <a:r>
              <a:t>PINDAH: "Putaran ini dibangun dari tujuh lapis."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±25 detik</a:t>
            </a:r>
          </a:p>
          <a:p>
            <a:r>
              <a:t>PESAN UTAMA: Ini peta lengkapnya — tujuh lapis yang bekerja end-to-end, dari sensor kembali ke sensor.</a:t>
            </a:r>
          </a:p>
          <a:p/>
          <a:p>
            <a:r>
              <a:t>UCAPKAN:</a:t>
            </a:r>
          </a:p>
          <a:p>
            <a:r>
              <a:t>"Ini peta lengkapnya: dari sensor di dalam air di bagian bawah, sampai aplikasi di bagian atas. Cukup perhatikan label di sebelah kanan.</a:t>
            </a:r>
          </a:p>
          <a:p/>
          <a:p>
            <a:r>
              <a:t>Ketujuh lapis ini membentuk satu siklus end-to-end: data naik dari sensor dan laporan WhatsApp, diolah di cloud, tampil di Neopond, lalu kembali ke kolam sebagai tindakan — dan sensor mengukur lagi hasilnya.</a:t>
            </a:r>
          </a:p>
          <a:p/>
          <a:p>
            <a:r>
              <a:t>Tanda belah ketupat oranye menandai bagian yang kami perbaiki dari rancangan awal. Detailnya ada di lampiran."</a:t>
            </a:r>
          </a:p>
          <a:p/>
          <a:p>
            <a:r>
              <a:t>TUNJUK: titik data yang naik di tumpukan kiri, lalu label tiap lapis di kanan.</a:t>
            </a:r>
          </a:p>
          <a:p/>
          <a:p>
            <a:r>
              <a:t>KALAU DITANYA "Apa itu profil nila?": "Batas aman air untuk nila air tawar dan nila payau berbeda. Sistem memakai batas sesuai jenis kolamnya."</a:t>
            </a:r>
          </a:p>
          <a:p/>
          <a:p>
            <a:r>
              <a:t>PINDAH: "Yang dilihat petugas setiap hari: aplikasinya."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±30 detik</a:t>
            </a:r>
          </a:p>
          <a:p>
            <a:r>
              <a:t>PESAN UTAMA: Setiap peringatan diikuti sampai selesai, dan ada buktinya.</a:t>
            </a:r>
          </a:p>
          <a:p/>
          <a:p>
            <a:r>
              <a:t>UCAPKAN:</a:t>
            </a:r>
          </a:p>
          <a:p>
            <a:r>
              <a:t>"Ini aplikasi Neopond.</a:t>
            </a:r>
          </a:p>
          <a:p/>
          <a:p>
            <a:r>
              <a:t>Setiap peringatan punya jalur yang jelas — lihat baris atas: terdeteksi, diterima petugas, ditangani, dicek, lalu selesai. Jadi tidak ada peringatan yang menggantung tanpa penanggung jawab.</a:t>
            </a:r>
          </a:p>
          <a:p/>
          <a:p>
            <a:r>
              <a:t>Di layar kolam, petugas langsung melihat kondisi air dan satu instruksi: 'Lakukan dulu'. Sistem juga memberi dugaan penyebab dan nilai rupiah yang sedang berisiko.</a:t>
            </a:r>
          </a:p>
          <a:p/>
          <a:p>
            <a:r>
              <a:t>Lima peran — operator, supervisor, teknisi, manajer, dan auditor — masing-masing melihat layar sesuai tugasnya, sampai peta tingkat nasional."</a:t>
            </a:r>
          </a:p>
          <a:p/>
          <a:p>
            <a:r>
              <a:t>TUNJUK: baris alur di atas (Terdeteksi → Selesai), lalu screenshot di kiri.</a:t>
            </a:r>
          </a:p>
          <a:p/>
          <a:p>
            <a:r>
              <a:t>PINDAH: "Di lapangan, laporan dan peringatan berjalan lewat WhatsApp."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±35 detik</a:t>
            </a:r>
          </a:p>
          <a:p>
            <a:r>
              <a:t>PESAN UTAMA: Peringatan naik bertingkat sampai ada yang menerima — dan setiap kejadian kritis meninggalkan bukti.</a:t>
            </a:r>
          </a:p>
          <a:p/>
          <a:p>
            <a:r>
              <a:t>UCAPKAN:</a:t>
            </a:r>
          </a:p>
          <a:p>
            <a:r>
              <a:t>"Peringatan dibagi empat tingkat.</a:t>
            </a:r>
          </a:p>
          <a:p/>
          <a:p>
            <a:r>
              <a:t>S1 kritis — misalnya oksigen di bawah 3 atau aerator tidak merespons: pesan WhatsApp, diulang, lalu telepon. Kalau 15 menit belum diterima, diteruskan ke supervisor; 30 menit, ke kepala lokasi.</a:t>
            </a:r>
          </a:p>
          <a:p/>
          <a:p>
            <a:r>
              <a:t>S2 waspada: pesan WhatsApp, diteruskan ke supervisor kalau dua jam tidak diterima. S3 saran: ringkasan harian jam delapan pagi. S4 masalah alat sengaja tidak lewat WhatsApp — cukup dashboard dan ringkasan mingguan ke teknisi.</a:t>
            </a:r>
          </a:p>
          <a:p/>
          <a:p>
            <a:r>
              <a:t>Setiap konfirmasi 'diterima' dicatat, jadi waktu respons petugas terukur. Setelah kejadian S1 selesai, operator menjawab tiga pertanyaan di thread yang sama: apa yang dilakukan, apa yang terjadi tanpa peringatan, dan tanda tangan. Itu menjadi bukti kejadian yang berhasil dicegah.</a:t>
            </a:r>
          </a:p>
          <a:p/>
          <a:p>
            <a:r>
              <a:t>Biayanya sekitar 206 ribu rupiah per kolam per tahun."</a:t>
            </a:r>
          </a:p>
          <a:p/>
          <a:p>
            <a:r>
              <a:t>TUNJUK: baris S1 dari kiri ke kanan, lalu tiga kotak di bawah.</a:t>
            </a:r>
          </a:p>
          <a:p/>
          <a:p>
            <a:r>
              <a:t>KALAU DITANYA "Bagaimana kalau HP operator tidak ada sinyal?": "Itu salah satu skenario failover test di modul Kesiapan Neopond — peringatan naik ke telepon dan ke supervisor."</a:t>
            </a:r>
          </a:p>
          <a:p/>
          <a:p>
            <a:r>
              <a:t>PINDAH: "Untuk memulai, kami butuh lima keputusan."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±35 detik</a:t>
            </a:r>
          </a:p>
          <a:p>
            <a:r>
              <a:t>PESAN UTAMA: Lima keputusan yang kami minta hari ini.</a:t>
            </a:r>
          </a:p>
          <a:p/>
          <a:p>
            <a:r>
              <a:t>UCAPKAN:</a:t>
            </a:r>
          </a:p>
          <a:p>
            <a:r>
              <a:t>"Terakhir, lima keputusan yang kami minta.</a:t>
            </a:r>
          </a:p>
          <a:p/>
          <a:p>
            <a:r>
              <a:t>Satu: siapa pemilik program, di mana lokasi pilot, dan apakah kolamnya nila air tawar atau payau.</a:t>
            </a:r>
          </a:p>
          <a:p/>
          <a:p>
            <a:r>
              <a:t>Dua: persetujuan atas perbaikan desain tadi. Anggaran sekitar 555 juta di master plan akan kami hitung ulang, karena angka itu dibuat untuk 15 kolam dengan enam sensor.</a:t>
            </a:r>
          </a:p>
          <a:p/>
          <a:p>
            <a:r>
              <a:t>Tiga: sensor dibaca setiap 1 menit.</a:t>
            </a:r>
          </a:p>
          <a:p/>
          <a:p>
            <a:r>
              <a:t>Empat: teknologi server — kami rekomendasikan open-source, berada di Indonesia.</a:t>
            </a:r>
          </a:p>
          <a:p/>
          <a:p>
            <a:r>
              <a:t>Lima: sistem KKP mana yang menerima data, dan ukuran apa yang menjadi tanda pilot berhasil — kami usulkan survival rate dan FCR sebagai ukuran utama.</a:t>
            </a:r>
          </a:p>
          <a:p/>
          <a:p>
            <a:r>
              <a:t>Terima kasih. Saya persilakan pertanyaan dan masukan."</a:t>
            </a:r>
          </a:p>
          <a:p/>
          <a:p>
            <a:r>
              <a:t>TUNJUK: nomor 01–05 satu per satu.</a:t>
            </a:r>
          </a:p>
          <a:p/>
          <a:p>
            <a:r>
              <a:t>KALAU DITANYA "Jadi berapa anggarannya?": "Angka finalnya kami sampaikan setelah lokasi pilot dan perbaikan desain disetujui, berdasarkan survei lapangan dan penawaran resmi."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jp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ove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enting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arakerj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rsitektu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neopo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wakeluar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putusa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